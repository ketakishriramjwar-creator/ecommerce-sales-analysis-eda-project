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E-Commerce Sales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screenshots/graphs for Overview.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Rows:541909 Columns:8</a:t>
            </a:r>
          </a:p>
          <a:p>
            <a:r>
              <a:t>InvoiceNo, StockCode, Description, Quantity, InvoiceDate, UnitPrice, CustomerID, Country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screenshots/graphs for Workflow.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screenshots/graphs for Cleaning.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screenshots/graphs for EDA.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screenshots/graphs for Visualizations.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screenshots/graphs for Insights.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Add screenshots/graphs for Conclusion.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